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67EF-B402-0C41-5B21-F6345583F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71CC7-51C7-E8E7-5438-047248879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3E0C-EA0C-B4FE-FF2A-6AD971E6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D3920-C2F7-B46D-CAF6-BFE136A5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D1ABA-9E44-6BAC-E166-ECF26291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895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496A-2887-82D8-DEAC-1A419FC7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7A2B-EABC-5BAD-97CC-81FD7B7CE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7CDA3-1D81-6920-4523-79A26F34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09185-60C3-B194-C0EA-444EF344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CDDE1-A72F-3679-434B-3C78F9E3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714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EE7E-3164-5853-11D0-87FE7CD8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8277C-0826-92CD-0AEA-4BD6D18DD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FC30-2C89-DAC4-F557-1ECF044B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9759-6F9E-F8AD-F050-1066CCC9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26F1D-0B0D-08FB-1981-71D32CE0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95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1940-9A87-0F3C-8F68-E17F5652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8BC0-4AF1-DFB1-B4EC-127449643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2E58D-E843-39BA-6876-C3322918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DDFCB-8850-71CE-FC6E-F9E1DF9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0C80-5075-0BA0-F931-A08FB565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58C96-FB07-2841-D6E0-BE8EAF31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351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5149-568E-169A-BC76-BD3A5ED5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0979D-8F74-1D94-47D7-611E73158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2F59B-CC67-E57B-EE75-2BA9BDEB8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6A2E6-54E5-ACC7-8A03-B445FA961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C207A-A019-D2C3-5E38-B0ADA09CC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AD2C5-1EAC-8DDB-0482-CCCF8B10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90E8A-11DA-C083-A36D-EB7306B0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04065-0CBD-D449-AED7-BC16A052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480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FA46-E65F-95BD-D0CF-B16E2951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0D944-F515-1543-B343-E4593A35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6835E-74C6-BD9F-881C-27A64D68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D7E9B-9CAA-DD60-5CCF-30BBC579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538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0479B-6A13-5AB4-EF39-E6EE63DE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9408DF-4E2B-F968-FDBE-2116849E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04C0-3FA0-56EF-96BA-3EA0F63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395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0E42-9D61-13B7-DEBB-7E6D80D2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66BD-643B-1C8E-18BE-476C6A4BC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69BB5-E75D-95D1-70C9-3C03B4FB6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03956-48BE-6796-08B9-A78E54D0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74239-2BBC-36E5-9340-72B0DD92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95B2F-8ED6-21F2-C776-063F42BE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69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A8D3-3F59-F8A2-89B5-91EEBB8E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925D6-A64E-0051-C9CC-E9C588AE3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AF484-E712-365A-AF95-FB57E5C47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A6744-21F8-8D89-4BC4-96DCE0FE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06F08-BD7E-23A7-1A37-B9E10243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26B4D-14EF-57BE-4680-C0193510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122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2F39-E5C6-C241-AD64-6FC16027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DCCE3-2B27-4640-E511-EE39AC97A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27110-C154-8CFA-9A54-ADAA6D4F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43EF3-D891-0EB8-F481-59F8D14F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79D-DE80-7E0C-57F2-6F44C6C2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213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B079D-3087-6BB4-3333-3A2746F28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C04D4-7B1F-076A-286A-0BACFA493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53BB-6291-747B-ADE5-EFA12950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B468-143A-BDCF-2ABB-1691D9D4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FB45B-4866-CE5E-1240-74839CFD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861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A509B-DA84-9B73-7B4C-EBAFB9F4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C0BFF-B844-7001-9F58-F1818F601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317D1-81D9-6AF9-A6FE-1A658646C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32A63-84CD-4870-B820-83D9BC12D307}" type="datetimeFigureOut">
              <a:rPr lang="en-ZA" smtClean="0"/>
              <a:t>2026/02/19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D2DD-CE51-C967-0CEF-AB111CE69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DDB0-D491-CF5E-0D80-A3F8F87E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A5FCA-A99B-44CE-96C6-863BEC6C921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253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CE97EFB-1C02-988D-037D-FD511F0A9F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06DB1-F8A0-F4EF-0824-0D83489E93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79023"/>
            <a:ext cx="457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3141D-A670-D2D9-AA41-E145959E29D8}"/>
              </a:ext>
            </a:extLst>
          </p:cNvPr>
          <p:cNvSpPr txBox="1"/>
          <p:nvPr/>
        </p:nvSpPr>
        <p:spPr>
          <a:xfrm>
            <a:off x="4689602" y="542410"/>
            <a:ext cx="2838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600" dirty="0">
                <a:solidFill>
                  <a:schemeClr val="bg1"/>
                </a:solidFill>
                <a:latin typeface="Ethnocentric" panose="02000600000000000000" pitchFamily="50" charset="0"/>
              </a:rPr>
              <a:t>UPGRADE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FB8A7-5067-5063-583B-07EA1214F95F}"/>
              </a:ext>
            </a:extLst>
          </p:cNvPr>
          <p:cNvSpPr txBox="1"/>
          <p:nvPr/>
        </p:nvSpPr>
        <p:spPr>
          <a:xfrm>
            <a:off x="4502458" y="1449685"/>
            <a:ext cx="3187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100" dirty="0">
                <a:solidFill>
                  <a:schemeClr val="bg1"/>
                </a:solidFill>
              </a:rPr>
              <a:t>EFFECT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0D25E-9DCE-7C0E-C0EA-554883AF4295}"/>
              </a:ext>
            </a:extLst>
          </p:cNvPr>
          <p:cNvSpPr txBox="1"/>
          <p:nvPr/>
        </p:nvSpPr>
        <p:spPr>
          <a:xfrm>
            <a:off x="4502458" y="5074545"/>
            <a:ext cx="3187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200" dirty="0">
                <a:solidFill>
                  <a:schemeClr val="bg1"/>
                </a:solidFill>
                <a:latin typeface="Ethnocentric" panose="02000600000000000000" pitchFamily="50" charset="0"/>
              </a:rPr>
              <a:t>SHIPS ABLE TO take this upgrade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49424-717F-F017-F54B-680B812712FF}"/>
              </a:ext>
            </a:extLst>
          </p:cNvPr>
          <p:cNvSpPr txBox="1"/>
          <p:nvPr/>
        </p:nvSpPr>
        <p:spPr>
          <a:xfrm>
            <a:off x="4502458" y="5997875"/>
            <a:ext cx="318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/>
                </a:solidFill>
                <a:latin typeface="Ethnocentric" panose="02000600000000000000" pitchFamily="50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A188F9-540D-24F8-AAF0-8B70396ED2D4}"/>
              </a:ext>
            </a:extLst>
          </p:cNvPr>
          <p:cNvSpPr txBox="1"/>
          <p:nvPr/>
        </p:nvSpPr>
        <p:spPr>
          <a:xfrm>
            <a:off x="4502458" y="4797546"/>
            <a:ext cx="3187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200" dirty="0">
                <a:solidFill>
                  <a:schemeClr val="bg1"/>
                </a:solidFill>
                <a:latin typeface="Ethnocentric" panose="02000600000000000000" pitchFamily="50" charset="0"/>
              </a:rPr>
              <a:t>AVAILBLE TO</a:t>
            </a:r>
          </a:p>
        </p:txBody>
      </p:sp>
    </p:spTree>
    <p:extLst>
      <p:ext uri="{BB962C8B-B14F-4D97-AF65-F5344CB8AC3E}">
        <p14:creationId xmlns:p14="http://schemas.microsoft.com/office/powerpoint/2010/main" val="1909369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Ethnocentric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GREGG ROBERT BARLOW</dc:creator>
  <cp:lastModifiedBy>GREGG ROBERT BARLOW</cp:lastModifiedBy>
  <cp:revision>6</cp:revision>
  <dcterms:created xsi:type="dcterms:W3CDTF">2026-02-19T10:15:02Z</dcterms:created>
  <dcterms:modified xsi:type="dcterms:W3CDTF">2026-02-19T11:58:58Z</dcterms:modified>
</cp:coreProperties>
</file>